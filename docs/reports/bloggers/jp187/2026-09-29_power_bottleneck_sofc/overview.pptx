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CJK KR"/>
              </a:rPr>
              <a:t>블로거 분석 — jp187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jp187(골드핑거) — 한 장의 사진에서 만나는 투자 아이디어: AI 전력 병목 5단계(변압기·SOFC·ESS·원전·태양광)와 산일전기 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원문: https://blog.naver.com/jp187/224425348404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발행일: 2026-09-29 | 분석 종목: 5 | 13명 페르소나 + 4-Analyst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Top 3: 🥇 336260.KS 두산퓨얼셀 SELL_PARTIAL (-0.67) | 🥈 126340.KQ 비나텍 SELL_PARTIAL (-0.53) | 🥉 010120.KS LS ELE SELL_PARTIAL (-0.48)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블로거 핵심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56616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1. T01 (core)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2027년 기준 AI 전력 병목의 직접성은 변압기·송배전 → 온사이트 발전/SOFC → ESS → 원전 → 태양광 순이다.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35661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2. T02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2027년 전력 주도주는 '전기를 만드는 회사'보다 '전기를 연결해주는 회사'가 현재 병목에 더 가깝다.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3566160" cy="5486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3. T06 (core)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전력기기 4사 주가는 52주 고점 대비 HD현대일렉트릭 -50%, 나머지 약 -39~40% 조정받았지만 밸류에이션은 싸다고 하기 어렵다.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💡 한 줄 요약: 2027년 전력 주도섹터를 찾는다면 '전력 생산'보다 '전력을 제때 연결할 수 있는가'를 먼저 봐야 하며, 병목은 변압기/송배전이 가장 강하고 SOFC/온사이트 발전이 가장 빠른 우회로, ESS가 보완재다.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Top 3 Picks (signal 절대값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336260.KS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두산퓨얼셀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SELL_PARTIAL · Signal -0.67 · 신뢰도 73%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0 / 중립 1 / 매도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연료전지 (PAFC·SOFC, 북미 데이터센터 온사이트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[336260.KS] 특수관계자(계열회사) 거래·이전가격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914400"/>
            <a:ext cx="365760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126340.KQ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비나텍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SELL_PARTIAL · Signal -0.53 · 신뢰도 66%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1 / 중립 3 / 매도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슈퍼커패시터·연료전지 소재 (Bloom Energy 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[126340.KQ] 박장공장 화재 — 생산 차질·보험금 불확실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914400"/>
            <a:ext cx="365760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010120.KS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LS ELECTRIC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SELL_PARTIAL · Signal -0.48 · 신뢰도 63%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0 / 중립 6 / 매도 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전력기기 (배전·자동화·태양광 인버터·ESS PCS)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[010120.KS] 밸류에이션 — 기대 선반영(TTM PER 77.7배)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  <a:latin typeface="Noto Sans CJK KR"/>
              </a:rPr>
              <a:t>📊 Layer 1 (per-stock 44p PDF)에 페르소나별 reasoning 상세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전체 5종목 Verdict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1371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Ticker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91440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96012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종목명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14400"/>
            <a:ext cx="2743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960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Bull/Neu/Bear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914400"/>
            <a:ext cx="7315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960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Conf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914400"/>
            <a:ext cx="109728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9601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3807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32588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3807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010120.KS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32588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38074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LS ELECTRIC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32588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380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전력기기 (배전·자동화·태양광 인버터·ESS PCS)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0/6/11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32588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3807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63%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32588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3807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Noto Sans CJK KR"/>
              </a:rPr>
              <a:t>SELL_PARTIAL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Noto Sans CJK KR"/>
              </a:rPr>
              <a:t>-0.48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792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1792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062040.KS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17373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179222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산일전기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변압기 (북미 데이터센터·블룸에너지향 고마진 OPM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2/9/6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73736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1792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61%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79222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2203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126340.KQ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14884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22037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비나텍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2203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슈퍼커패시터·연료전지 소재 (Bloom Energy 공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7804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1/3/13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14884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22037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66%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214884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220370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Noto Sans CJK KR"/>
              </a:rPr>
              <a:t>SELL_PARTIAL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6988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Noto Sans CJK KR"/>
              </a:rPr>
              <a:t>-0.53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56032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615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267260.KS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256032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1720" y="26151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HD현대일렉트릭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25603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26151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전력기기 (변압기·차단기·배전반·HVDC)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2/12/3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95360" y="256032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26151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58%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6880" y="256032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72600" y="26151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416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698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-0.05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3026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0120" y="3026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336260.KS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297180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1720" y="302666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두산퓨얼셀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89120" y="297180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3484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연료전지 (PAFC·SOFC, 북미 데이터센터 온사이트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3232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7804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0/1/16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7180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41080" y="30266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73%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97180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72600" y="3026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62828"/>
                </a:solidFill>
                <a:latin typeface="Noto Sans CJK KR"/>
              </a:rPr>
              <a:t>SELL_PARTIAL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2416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6988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62828"/>
                </a:solidFill>
                <a:latin typeface="Noto Sans CJK KR"/>
              </a:rPr>
              <a:t>-0.67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Portfolio Allocation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Noto Sans CJK KR"/>
              </a:rPr>
              <a:t>BUY 종목 (0개)  |  Total target value: ₩0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62828"/>
                </a:solidFill>
                <a:latin typeface="Noto Sans CJK KR"/>
              </a:rPr>
              <a:t>⚠ SELL 종목 (3): 010120.KS (LS ELECT), 126340.KQ (비나텍), 336260.KS (두산퓨얼셀)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핵심 Risk +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Noto Sans CJK KR"/>
              </a:rPr>
              <a:t>주요 Risk 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[010120.KS] 밸류에이션 — 기대 선반영(TTM PER 77.7배)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[010120.KS] 1H26 영업CF 적자·운전자본 급증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[010120.KS] 차입금 1조4,780억·레버리지 상승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[062040.KS] 고객 집중 — 상위 4개사 89.4%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[062040.KS] Bloom Energy 연계 수요 — 단일 고객·공매도 논란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Noto Sans CJK KR"/>
              </a:rPr>
              <a:t>분석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분석 종목 5개: BUY 0 / HOLD 2 / SELL 3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Top pick: 336260.KS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Layer 1 (per-stock 44p PDF) 참조 권고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분기 thesis 검증 + 가격 monitoring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변동성 30%+ 종목은 분할 매수 권장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Noto Sans CJK KR"/>
              </a:rPr>
              <a:t>본 보고서는 paper portfolio simulation 자료이며 투자 권유가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